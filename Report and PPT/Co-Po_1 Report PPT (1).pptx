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70" r:id="rId7"/>
    <p:sldId id="269" r:id="rId8"/>
    <p:sldId id="271" r:id="rId9"/>
    <p:sldId id="272" r:id="rId10"/>
    <p:sldId id="268" r:id="rId11"/>
    <p:sldId id="273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4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5/9/2026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" TargetMode="External"/><Relationship Id="rId7" Type="http://schemas.openxmlformats.org/officeDocument/2006/relationships/hyperlink" Target="https://nodejs.org/en/docs" TargetMode="External"/><Relationship Id="rId2" Type="http://schemas.openxmlformats.org/officeDocument/2006/relationships/hyperlink" Target="https://www.figma.com/resources/learn-design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learn" TargetMode="External"/><Relationship Id="rId5" Type="http://schemas.openxmlformats.org/officeDocument/2006/relationships/hyperlink" Target="https://developer.mozilla.org/en-US/docs/Web/JavaScript" TargetMode="External"/><Relationship Id="rId4" Type="http://schemas.openxmlformats.org/officeDocument/2006/relationships/hyperlink" Target="https://developer.mozilla.org/en-US/docs/Web/CS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(Module-1)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StudyNation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GAURAV PANDEY   SHIVAM PARMAR    AKASHDEEP PAL  AKHILESH YADAV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2210991571                  2210992315               2210990082                 2210990085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Manjeet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Daapen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Technologies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Director (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UI/UX)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188960" y="0"/>
            <a:ext cx="411432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5518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Enhancing user experience is a primary goal for modern e-learning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platforms.The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StudyNation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project focuses on UI/UX design and front-end development to create a seamless, accessible, and visually engaging online learning environment.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implements user research, wireframing, and prototyping using Figma and Adobe XD, followed by responsive development with HTML, CSS, and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JavaScript.The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 ensures improved navigation, usability, and learner engagement across all devices.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prototypes were created using Figma and Adobe XD, while responsive development was carried out using HTML, CSS, and JavaScript frameworks.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3E1F8A-B2A8-3773-2424-F11CD49A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0"/>
            <a:ext cx="5486040" cy="914040"/>
          </a:xfrm>
        </p:spPr>
        <p:txBody>
          <a:bodyPr/>
          <a:lstStyle/>
          <a:p>
            <a:r>
              <a:rPr lang="en-IN" sz="3600" dirty="0"/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FD186-4007-C396-35A8-6730F84C8762}"/>
              </a:ext>
            </a:extLst>
          </p:cNvPr>
          <p:cNvSpPr txBox="1"/>
          <p:nvPr/>
        </p:nvSpPr>
        <p:spPr>
          <a:xfrm>
            <a:off x="106680" y="1187024"/>
            <a:ext cx="88210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Many existing e-learning platforms suffer from cluttered layouts and non-intuitive navigation, which reduce user engagement and learning effectiveness.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Inconsistent UI elements and lack of aesthetic balance often make the platform visually unappealing and difficult to use for long learning sessions.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Limited responsiveness and poor accessibility across different devices (mobile, tablet, desktop) restrict the platform’s reach and convenience for users.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Absence of personalized design elements prevents the system from adapting to different learning preferences and user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Manual design workflows without proper user testing lead to usability gaps, making it hard to identify and fix design flaws efficiently.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There is a strong need for a unified, </a:t>
            </a:r>
            <a:r>
              <a:rPr lang="en-US" dirty="0"/>
              <a:t>user-centered, and visually engaging interface that simplifies learning interactions, enhances satisfaction, and ensures inclusivity for all types of users.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0"/>
            <a:ext cx="6477000" cy="914040"/>
          </a:xfrm>
        </p:spPr>
        <p:txBody>
          <a:bodyPr/>
          <a:lstStyle/>
          <a:p>
            <a:r>
              <a:rPr lang="en-IN" sz="2800" dirty="0"/>
              <a:t>Solution Architecture &amp;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61AED-C90F-9D76-E62E-61840CAFAF1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6680" y="914040"/>
            <a:ext cx="9037320" cy="594396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User research and requirement analysis are conducted to understand learner needs, design goals, and platform usability expectations.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Wireframes and prototypes are created in Figma and Adobe XD to visualize layouts, interactions, and content flow.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Usability testing and feedback cycles refine the prototypes to ensure clarity, accessibility, and user satisfaction.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Front-end development is implemented using HTML, CSS, and JavaScript frameworks for responsive and cross-device compatibility.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Back-end integration with Node.js and MongoDB enables secure data handling, user authentication, and content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platform is deployed on a cloud environment, ensuring scalability, performance, and real-time accessibility for all users.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D502-8483-AAEA-634F-8F43DDF1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0"/>
            <a:ext cx="2834640" cy="914040"/>
          </a:xfrm>
        </p:spPr>
        <p:txBody>
          <a:bodyPr/>
          <a:lstStyle/>
          <a:p>
            <a:r>
              <a:rPr lang="en-IN" sz="3600" dirty="0"/>
              <a:t>Key Benefits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A8853-0070-D25A-143C-C992014E724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7160" y="1722120"/>
            <a:ext cx="8859356" cy="483108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Enhanced user engagement through an intuitive, visually appealing, and easy-to-navigate interface.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Improved learning experience with responsive design ensuring seamless access across all devices.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Streamlined content management for educators and creators through well-structured dashboards.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Increased accessibility and inclusivity, making the platform usable for diverse learners and environments.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Faster design validation and updates through iterative prototyping and user feedback integration.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1541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74A2-FDD0-135F-2E70-072CCEDB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0" y="0"/>
            <a:ext cx="4145280" cy="914040"/>
          </a:xfrm>
        </p:spPr>
        <p:txBody>
          <a:bodyPr/>
          <a:lstStyle/>
          <a:p>
            <a:r>
              <a:rPr lang="en-IN" sz="3200" dirty="0"/>
              <a:t>Tools &amp;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6AAB9-9C69-FE1F-5179-97786EFB914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05986" y="1227689"/>
            <a:ext cx="7604760" cy="533436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Figma &amp; Adobe XD </a:t>
            </a:r>
            <a:r>
              <a:rPr lang="en-IN" sz="2000" dirty="0"/>
              <a:t>– For UI/UX design, wireframing.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HTML, CSS &amp; JavaScript </a:t>
            </a:r>
            <a:r>
              <a:rPr lang="en-IN" sz="2000" dirty="0"/>
              <a:t>– To build a responsive, visually consistent.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React.js </a:t>
            </a:r>
            <a:r>
              <a:rPr lang="en-IN" sz="2000" dirty="0"/>
              <a:t>– For developing dynamic, component-based front-end architecture.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 Node.js &amp; Express.js </a:t>
            </a:r>
            <a:r>
              <a:rPr lang="en-IN" sz="2000" dirty="0"/>
              <a:t>– For server-side scripting, API development, and backend integration.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MongoDB</a:t>
            </a:r>
            <a:r>
              <a:rPr lang="en-IN" sz="2000" dirty="0"/>
              <a:t> – As a NoSQL database for secure and efficient data storage and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Git &amp; GitHub </a:t>
            </a:r>
            <a:r>
              <a:rPr lang="en-IN" sz="2000" dirty="0"/>
              <a:t>– For version control and collaborative development.</a:t>
            </a:r>
          </a:p>
          <a:p>
            <a:pPr algn="just"/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Postman</a:t>
            </a:r>
            <a:r>
              <a:rPr lang="en-IN" sz="2000" dirty="0"/>
              <a:t> – For testing and validating RESTful APIs.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7379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3082D6D-3C64-94B1-A9B8-00BAD1CA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dirty="0"/>
              <a:t>Reference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D35691-B0B3-49E0-2DD9-B7660921B74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5260" y="1338960"/>
            <a:ext cx="8793480" cy="5519040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hlinkClick r:id="rId2"/>
              </a:rPr>
              <a:t>https://www.figma.com/resources/learn-design/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>
                <a:hlinkClick r:id="rId3"/>
              </a:rPr>
              <a:t>https://developer.mozilla.org/en-US/docs/Web/HTML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>
                <a:hlinkClick r:id="rId4"/>
              </a:rPr>
              <a:t>https://developer.mozilla.org/en-US/docs/Web/CSS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>
                <a:hlinkClick r:id="rId5"/>
              </a:rPr>
              <a:t>https://developer.mozilla.org/en-US/docs/Web/JavaScript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hlinkClick r:id="rId6"/>
              </a:rPr>
              <a:t>https://react.dev/learn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>
                <a:hlinkClick r:id="rId7"/>
              </a:rPr>
              <a:t>https://nodejs.org/en/docs</a:t>
            </a:r>
            <a:endParaRPr lang="en-IN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A1B8-DD61-F551-BB38-0ECB46EB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B33E2E7-444B-5D4E-BBD3-2ABC5CB30534}"/>
              </a:ext>
            </a:extLst>
          </p:cNvPr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C4E474E-8EFC-D562-90F3-761EF7207D6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69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34740</TotalTime>
  <Words>719</Words>
  <Application>Microsoft Office PowerPoint</Application>
  <PresentationFormat>On-screen Show (4:3)</PresentationFormat>
  <Paragraphs>100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Solution Architecture &amp; Workflow</vt:lpstr>
      <vt:lpstr>Key Benefits</vt:lpstr>
      <vt:lpstr>Tools &amp; Technologies</vt:lpstr>
      <vt:lpstr>Reference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Akashdeep Pal</cp:lastModifiedBy>
  <cp:revision>2300</cp:revision>
  <dcterms:created xsi:type="dcterms:W3CDTF">2010-04-09T07:36:15Z</dcterms:created>
  <dcterms:modified xsi:type="dcterms:W3CDTF">2026-05-09T09:00:15Z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